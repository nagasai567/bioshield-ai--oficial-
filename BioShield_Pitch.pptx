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judges. Today we present BioShield AI, a platform bridging the gap between rural farmers and vital agricultural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Farmers face massive language and tech barriers. They need research-backed organic solutions and financial aid info, but current websites are too complex.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a simple, icon-driven Glassmorphism web app. It instantly translates to native languages and provides actionable organic farming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app pulls real government schemes and updates them dynamically. Using our translate tool, any farmer can read this in their own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Phase 1 today, we secured the core database and UI. For Phase 2, our architecture is ready to integrate voice commands and image-based crop disease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We are now open for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A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BioShield AI Pitch Deck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1A11"/>
                </a:solidFill>
              </a:rPr>
              <a:t>BioShield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BD59"/>
                </a:solidFill>
              </a:rPr>
              <a:t>Accessible Organic Farming Tech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11"/>
                </a:solidFill>
              </a:rPr>
              <a:t>The Problem (1 Min)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• Millions of farmers lose crops to pests annually.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Many miss out on government aid due to tech-literacy.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Severe language barriers limit access to vital information.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11"/>
                </a:solidFill>
              </a:rPr>
              <a:t>Our Solution (1 Min)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BD59"/>
                </a:solidFill>
              </a:rPr>
              <a:t>A highly accessible, localized web platform designed for usability.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Key Features: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Organic Pesticides Database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Fertilizers &amp; Manures Guide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Government Schemes Directory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11"/>
                </a:solidFill>
              </a:rPr>
              <a:t>Core Features (1 Min)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BD59"/>
                </a:solidFill>
              </a:rPr>
              <a:t>Auto-Updating Government Schemes: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Dynamically fetches the latest agricultural welfare programs.
</a:t>
            </a:r>
            <a:pPr indent="0" marL="0">
              <a:buNone/>
            </a:pPr>
            <a:r>
              <a:rPr lang="en-US" sz="2200" b="1" dirty="0">
                <a:solidFill>
                  <a:srgbClr val="2EBD59"/>
                </a:solidFill>
              </a:rPr>
              <a:t>Real-Time Localization: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Standard Google Translate integration allows farmers to read complex data in their native regional language instantly.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A11"/>
                </a:solidFill>
              </a:rPr>
              <a:t>Phase 2 Roadmap (1 Min)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BD59"/>
                </a:solidFill>
              </a:rPr>
              <a:t>Future Integrations &amp; Scaling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• Native Voice Recognition for low-literacy users.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• AI Camera Diagnostics (Helpdesk Phase 2) for instant disease detection.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1A11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BD59"/>
                </a:solidFill>
              </a:rPr>
              <a:t>Open for Q&amp;A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2026-07-06T07:51:35Z</dcterms:created>
  <dcterms:modified xsi:type="dcterms:W3CDTF">2026-07-06T07:51:35Z</dcterms:modified>
</cp:coreProperties>
</file>